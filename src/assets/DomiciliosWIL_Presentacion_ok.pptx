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28B9C1"/>
          </a:solidFill>
          <a:ln w="12700">
            <a:solidFill>
              <a:srgbClr val="28B9C1"/>
            </a:solidFill>
            <a:prstDash val="solid"/>
          </a:ln>
        </p:spPr>
      </p:sp>
      <p:pic>
        <p:nvPicPr>
          <p:cNvPr id="3" name="Image 0" descr="/mnt/user-data/uploads/WhatsApp_Image_2026-03-09_at_11_39_01_AM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548640"/>
            <a:ext cx="3200400" cy="3200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0" y="6400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Mensajería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114800" y="10058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Domicilios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4114800" y="160020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spc="600" kern="0" dirty="0">
                <a:solidFill>
                  <a:srgbClr val="28B9C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WIL</a:t>
            </a:r>
            <a:endParaRPr lang="en-US" sz="9000" dirty="0"/>
          </a:p>
        </p:txBody>
      </p:sp>
      <p:sp>
        <p:nvSpPr>
          <p:cNvPr id="7" name="Shape 4"/>
          <p:cNvSpPr/>
          <p:nvPr/>
        </p:nvSpPr>
        <p:spPr>
          <a:xfrm>
            <a:off x="4114800" y="2670048"/>
            <a:ext cx="4754880" cy="45720"/>
          </a:xfrm>
          <a:prstGeom prst="rect">
            <a:avLst/>
          </a:prstGeom>
          <a:solidFill>
            <a:srgbClr val="28B9C1"/>
          </a:solidFill>
          <a:ln w="12700">
            <a:solidFill>
              <a:srgbClr val="28B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0" y="27889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0A1528"/>
              </a:lnSpc>
              <a:buNone/>
            </a:pPr>
            <a:r>
              <a:rPr lang="en-US" sz="15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necesitas saber</a:t>
            </a:r>
            <a:endParaRPr lang="en-US" sz="1500" dirty="0"/>
          </a:p>
          <a:p>
            <a:pPr indent="0" marL="0">
              <a:lnSpc>
                <a:spcPct val="0A1528"/>
              </a:lnSpc>
              <a:buNone/>
            </a:pPr>
            <a:r>
              <a:rPr lang="en-US" sz="15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unirte al equipo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114800" y="4297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8B9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Desliza para conocer los requisitos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8B9C1"/>
          </a:solidFill>
          <a:ln w="12700">
            <a:solidFill>
              <a:srgbClr val="28B9C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892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Mensajería Domicilios WIL</a:t>
            </a:r>
            <a:endParaRPr lang="en-US" sz="900" dirty="0"/>
          </a:p>
        </p:txBody>
      </p:sp>
      <p:pic>
        <p:nvPicPr>
          <p:cNvPr id="5" name="Image 0" descr="/mnt/user-data/uploads/WhatsApp_Image_2026-03-09_at_11_39_01_AM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00600"/>
            <a:ext cx="731520" cy="36576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20116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🧺  CANASTA Y CHAQUETA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228600" y="859536"/>
            <a:ext cx="1097280" cy="36576"/>
          </a:xfrm>
          <a:prstGeom prst="rect">
            <a:avLst/>
          </a:prstGeom>
          <a:solidFill>
            <a:srgbClr val="28B9C1"/>
          </a:solidFill>
          <a:ln w="12700">
            <a:solidFill>
              <a:srgbClr val="28B9C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8600" y="1097280"/>
            <a:ext cx="3474720" cy="1554480"/>
          </a:xfrm>
          <a:prstGeom prst="rect">
            <a:avLst/>
          </a:prstGeom>
          <a:solidFill>
            <a:srgbClr val="112240"/>
          </a:solidFill>
          <a:ln w="12700">
            <a:solidFill>
              <a:srgbClr val="28B9C1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6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28600" y="1188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8B9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DEPÓSITO REEMBOLSABLE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28600" y="146304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$40.000</a:t>
            </a:r>
            <a:endParaRPr lang="en-US" sz="5200" dirty="0"/>
          </a:p>
        </p:txBody>
      </p:sp>
      <p:sp>
        <p:nvSpPr>
          <p:cNvPr id="11" name="Text 8"/>
          <p:cNvSpPr/>
          <p:nvPr/>
        </p:nvSpPr>
        <p:spPr>
          <a:xfrm>
            <a:off x="228600" y="224028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días para devolución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977640" y="1097280"/>
            <a:ext cx="5029200" cy="384048"/>
          </a:xfrm>
          <a:prstGeom prst="rect">
            <a:avLst/>
          </a:prstGeom>
          <a:solidFill>
            <a:srgbClr val="11224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0" y="114300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Varias formas de pago disponibles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977640" y="1536192"/>
            <a:ext cx="5029200" cy="384048"/>
          </a:xfrm>
          <a:prstGeom prst="rect">
            <a:avLst/>
          </a:prstGeom>
          <a:solidFill>
            <a:srgbClr val="1C1C1C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0" y="158191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Devolución garantizada en 7 días al retornarla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977640" y="1975104"/>
            <a:ext cx="5029200" cy="384048"/>
          </a:xfrm>
          <a:prstGeom prst="rect">
            <a:avLst/>
          </a:prstGeom>
          <a:solidFill>
            <a:srgbClr val="11224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14800" y="202082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Te identifica como trabajador WIL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977640" y="2414016"/>
            <a:ext cx="5029200" cy="384048"/>
          </a:xfrm>
          <a:prstGeom prst="rect">
            <a:avLst/>
          </a:prstGeom>
          <a:solidFill>
            <a:srgbClr val="0A1528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14800" y="245973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No portarla en horario laboral  →  MULTA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8B9C1"/>
          </a:solidFill>
          <a:ln w="12700">
            <a:solidFill>
              <a:srgbClr val="28B9C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892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Mensajería Domicilios WIL</a:t>
            </a:r>
            <a:endParaRPr lang="en-US" sz="900" dirty="0"/>
          </a:p>
        </p:txBody>
      </p:sp>
      <p:pic>
        <p:nvPicPr>
          <p:cNvPr id="5" name="Image 0" descr="/mnt/user-data/uploads/WhatsApp_Image_2026-03-09_at_11_39_01_AM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00600"/>
            <a:ext cx="731520" cy="36576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20116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🕐  DISPONIBILIDAD Y HORARIOS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228600" y="859536"/>
            <a:ext cx="1097280" cy="36576"/>
          </a:xfrm>
          <a:prstGeom prst="rect">
            <a:avLst/>
          </a:prstGeom>
          <a:solidFill>
            <a:srgbClr val="28B9C1"/>
          </a:solidFill>
          <a:ln w="12700">
            <a:solidFill>
              <a:srgbClr val="28B9C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8600" y="1097280"/>
            <a:ext cx="8686800" cy="777240"/>
          </a:xfrm>
          <a:prstGeom prst="rect">
            <a:avLst/>
          </a:prstGeom>
          <a:solidFill>
            <a:srgbClr val="28B9C1"/>
          </a:solidFill>
          <a:ln w="12700">
            <a:solidFill>
              <a:srgbClr val="28B9C1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6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28600" y="109728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100" kern="0" dirty="0">
                <a:solidFill>
                  <a:srgbClr val="0D1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HORARIO DE ATENCIÓN  ·  9:00 AM – 11:00 PM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28600" y="2057400"/>
            <a:ext cx="4206240" cy="109728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06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6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28600" y="2057400"/>
            <a:ext cx="4206240" cy="64008"/>
          </a:xfrm>
          <a:prstGeom prst="rect">
            <a:avLst/>
          </a:prstGeom>
          <a:solidFill>
            <a:srgbClr val="28B9C1"/>
          </a:solidFill>
          <a:ln w="12700">
            <a:solidFill>
              <a:srgbClr val="28B9C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28600" y="21488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semana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28600" y="239572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máx.  1:00 PM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4572000" y="2057400"/>
            <a:ext cx="4206240" cy="109728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06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6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0" y="2057400"/>
            <a:ext cx="4206240" cy="64008"/>
          </a:xfrm>
          <a:prstGeom prst="rect">
            <a:avLst/>
          </a:prstGeom>
          <a:solidFill>
            <a:srgbClr val="28B9C1"/>
          </a:solidFill>
          <a:ln w="12700">
            <a:solidFill>
              <a:srgbClr val="28B9C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0" y="21488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Fines de semana / festivos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0" y="239572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máx.  12:00 PM</a:t>
            </a:r>
            <a:endParaRPr lang="en-US" sz="1900" dirty="0"/>
          </a:p>
        </p:txBody>
      </p:sp>
      <p:sp>
        <p:nvSpPr>
          <p:cNvPr id="18" name="Shape 15"/>
          <p:cNvSpPr/>
          <p:nvPr/>
        </p:nvSpPr>
        <p:spPr>
          <a:xfrm>
            <a:off x="228600" y="3337560"/>
            <a:ext cx="8686800" cy="347472"/>
          </a:xfrm>
          <a:prstGeom prst="rect">
            <a:avLst/>
          </a:prstGeom>
          <a:solidFill>
            <a:srgbClr val="11224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5760" y="33832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Salida en acuerdo con el área administrativa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228600" y="3749040"/>
            <a:ext cx="8686800" cy="347472"/>
          </a:xfrm>
          <a:prstGeom prst="rect">
            <a:avLst/>
          </a:prstGeom>
          <a:solidFill>
            <a:srgbClr val="0A1528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5760" y="37947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No registrar hora de entrada  →  multa $5.000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8B9C1"/>
          </a:solidFill>
          <a:ln w="12700">
            <a:solidFill>
              <a:srgbClr val="28B9C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892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Mensajería Domicilios WIL</a:t>
            </a:r>
            <a:endParaRPr lang="en-US" sz="900" dirty="0"/>
          </a:p>
        </p:txBody>
      </p:sp>
      <p:pic>
        <p:nvPicPr>
          <p:cNvPr id="5" name="Image 0" descr="/mnt/user-data/uploads/WhatsApp_Image_2026-03-09_at_11_39_01_AM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00600"/>
            <a:ext cx="731520" cy="36576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20116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🍽  HORA DE ALMUERZO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228600" y="859536"/>
            <a:ext cx="1097280" cy="36576"/>
          </a:xfrm>
          <a:prstGeom prst="rect">
            <a:avLst/>
          </a:prstGeom>
          <a:solidFill>
            <a:srgbClr val="28B9C1"/>
          </a:solidFill>
          <a:ln w="12700">
            <a:solidFill>
              <a:srgbClr val="28B9C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8600" y="1097280"/>
            <a:ext cx="4206240" cy="1828800"/>
          </a:xfrm>
          <a:prstGeom prst="rect">
            <a:avLst/>
          </a:prstGeom>
          <a:solidFill>
            <a:srgbClr val="112240"/>
          </a:solidFill>
          <a:ln w="12700">
            <a:solidFill>
              <a:srgbClr val="28B9C1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6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28600" y="11887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LAS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28600" y="146304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8B9C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1:00 PM</a:t>
            </a:r>
            <a:endParaRPr lang="en-US" sz="5400" dirty="0"/>
          </a:p>
        </p:txBody>
      </p:sp>
      <p:sp>
        <p:nvSpPr>
          <p:cNvPr id="11" name="Shape 8"/>
          <p:cNvSpPr/>
          <p:nvPr/>
        </p:nvSpPr>
        <p:spPr>
          <a:xfrm>
            <a:off x="4572000" y="1097280"/>
            <a:ext cx="4206240" cy="182880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06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6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572000" y="11887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LAS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0" y="146304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6:00 PM</a:t>
            </a:r>
            <a:endParaRPr lang="en-US" sz="5400" dirty="0"/>
          </a:p>
        </p:txBody>
      </p:sp>
      <p:sp>
        <p:nvSpPr>
          <p:cNvPr id="14" name="Shape 11"/>
          <p:cNvSpPr/>
          <p:nvPr/>
        </p:nvSpPr>
        <p:spPr>
          <a:xfrm>
            <a:off x="228600" y="3127248"/>
            <a:ext cx="8686800" cy="347472"/>
          </a:xfrm>
          <a:prstGeom prst="rect">
            <a:avLst/>
          </a:prstGeom>
          <a:solidFill>
            <a:srgbClr val="11224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" y="31729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Coordinar siempre con el área administrativa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28600" y="3538728"/>
            <a:ext cx="8686800" cy="347472"/>
          </a:xfrm>
          <a:prstGeom prst="rect">
            <a:avLst/>
          </a:prstGeom>
          <a:solidFill>
            <a:srgbClr val="0A1528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358444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No informar hora de entrada al solicitarlo  →  sanción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8B9C1"/>
          </a:solidFill>
          <a:ln w="12700">
            <a:solidFill>
              <a:srgbClr val="28B9C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892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Mensajería Domicilios WIL</a:t>
            </a:r>
            <a:endParaRPr lang="en-US" sz="900" dirty="0"/>
          </a:p>
        </p:txBody>
      </p:sp>
      <p:pic>
        <p:nvPicPr>
          <p:cNvPr id="5" name="Image 0" descr="/mnt/user-data/uploads/WhatsApp_Image_2026-03-09_at_11_39_01_AM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00600"/>
            <a:ext cx="731520" cy="36576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20116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💰  APORTE DIARIO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228600" y="859536"/>
            <a:ext cx="1097280" cy="36576"/>
          </a:xfrm>
          <a:prstGeom prst="rect">
            <a:avLst/>
          </a:prstGeom>
          <a:solidFill>
            <a:srgbClr val="28B9C1"/>
          </a:solidFill>
          <a:ln w="12700">
            <a:solidFill>
              <a:srgbClr val="28B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8600" y="86868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derecho para recibir domicilios cada día que trabajas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28600" y="1298448"/>
            <a:ext cx="4206240" cy="1920240"/>
          </a:xfrm>
          <a:prstGeom prst="rect">
            <a:avLst/>
          </a:prstGeom>
          <a:solidFill>
            <a:srgbClr val="112240"/>
          </a:solidFill>
          <a:ln w="12700">
            <a:solidFill>
              <a:srgbClr val="28B9C1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6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28600" y="1298448"/>
            <a:ext cx="4206240" cy="73152"/>
          </a:xfrm>
          <a:prstGeom prst="rect">
            <a:avLst/>
          </a:prstGeom>
          <a:solidFill>
            <a:srgbClr val="28B9C1"/>
          </a:solidFill>
          <a:ln w="12700">
            <a:solidFill>
              <a:srgbClr val="28B9C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28600" y="144475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Fines de semana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festivos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28600" y="192024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8B9C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$20.000</a:t>
            </a:r>
            <a:endParaRPr lang="en-US" sz="5400" dirty="0"/>
          </a:p>
        </p:txBody>
      </p:sp>
      <p:sp>
        <p:nvSpPr>
          <p:cNvPr id="13" name="Shape 10"/>
          <p:cNvSpPr/>
          <p:nvPr/>
        </p:nvSpPr>
        <p:spPr>
          <a:xfrm>
            <a:off x="4572000" y="1298448"/>
            <a:ext cx="4206240" cy="1920240"/>
          </a:xfrm>
          <a:prstGeom prst="rect">
            <a:avLst/>
          </a:prstGeom>
          <a:solidFill>
            <a:srgbClr val="112240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6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0" y="1298448"/>
            <a:ext cx="4206240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0" y="144475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Lunes a Jueves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72000" y="192024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$17.000</a:t>
            </a:r>
            <a:endParaRPr lang="en-US" sz="5400" dirty="0"/>
          </a:p>
        </p:txBody>
      </p:sp>
      <p:sp>
        <p:nvSpPr>
          <p:cNvPr id="17" name="Shape 14"/>
          <p:cNvSpPr/>
          <p:nvPr/>
        </p:nvSpPr>
        <p:spPr>
          <a:xfrm>
            <a:off x="228600" y="3401568"/>
            <a:ext cx="8686800" cy="365760"/>
          </a:xfrm>
          <a:prstGeom prst="rect">
            <a:avLst/>
          </a:prstGeom>
          <a:solidFill>
            <a:srgbClr val="0A1528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5760" y="344728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No pagar el mismo día  →  sanción de $5.000 por cada día de retraso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8B9C1"/>
          </a:solidFill>
          <a:ln w="12700">
            <a:solidFill>
              <a:srgbClr val="28B9C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892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Mensajería Domicilios WIL</a:t>
            </a:r>
            <a:endParaRPr lang="en-US" sz="900" dirty="0"/>
          </a:p>
        </p:txBody>
      </p:sp>
      <p:pic>
        <p:nvPicPr>
          <p:cNvPr id="5" name="Image 0" descr="/mnt/user-data/uploads/WhatsApp_Image_2026-03-09_at_11_39_01_AM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00600"/>
            <a:ext cx="731520" cy="36576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20116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💵  BASE DE DINERO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228600" y="859536"/>
            <a:ext cx="1097280" cy="36576"/>
          </a:xfrm>
          <a:prstGeom prst="rect">
            <a:avLst/>
          </a:prstGeom>
          <a:solidFill>
            <a:srgbClr val="28B9C1"/>
          </a:solidFill>
          <a:ln w="12700">
            <a:solidFill>
              <a:srgbClr val="28B9C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377440" y="1188720"/>
            <a:ext cx="4389120" cy="1920240"/>
          </a:xfrm>
          <a:prstGeom prst="rect">
            <a:avLst/>
          </a:prstGeom>
          <a:solidFill>
            <a:srgbClr val="112240"/>
          </a:solidFill>
          <a:ln w="12700">
            <a:solidFill>
              <a:srgbClr val="28B9C1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6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377440" y="1188720"/>
            <a:ext cx="4389120" cy="73152"/>
          </a:xfrm>
          <a:prstGeom prst="rect">
            <a:avLst/>
          </a:prstGeom>
          <a:solidFill>
            <a:srgbClr val="28B9C1"/>
          </a:solidFill>
          <a:ln w="12700">
            <a:solidFill>
              <a:srgbClr val="28B9C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377440" y="13258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8B9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RECOMENDADO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377440" y="160020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$50.000</a:t>
            </a:r>
            <a:endParaRPr lang="en-US" sz="6200" dirty="0"/>
          </a:p>
        </p:txBody>
      </p:sp>
      <p:sp>
        <p:nvSpPr>
          <p:cNvPr id="12" name="Shape 9"/>
          <p:cNvSpPr/>
          <p:nvPr/>
        </p:nvSpPr>
        <p:spPr>
          <a:xfrm>
            <a:off x="228600" y="3291840"/>
            <a:ext cx="8686800" cy="347472"/>
          </a:xfrm>
          <a:prstGeom prst="rect">
            <a:avLst/>
          </a:prstGeom>
          <a:solidFill>
            <a:srgbClr val="11224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33375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Para pagar en negocios y realizar compras durante tu jornada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28600" y="3712464"/>
            <a:ext cx="8686800" cy="347472"/>
          </a:xfrm>
          <a:prstGeom prst="rect">
            <a:avLst/>
          </a:prstGeom>
          <a:solidFill>
            <a:srgbClr val="0A1528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" y="375818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Si no alcanza  →  regresar a pagar al terminar el servicio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8B9C1"/>
          </a:solidFill>
          <a:ln w="12700">
            <a:solidFill>
              <a:srgbClr val="28B9C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892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Mensajería Domicilios WIL</a:t>
            </a:r>
            <a:endParaRPr lang="en-US" sz="900" dirty="0"/>
          </a:p>
        </p:txBody>
      </p:sp>
      <p:pic>
        <p:nvPicPr>
          <p:cNvPr id="5" name="Image 0" descr="/mnt/user-data/uploads/WhatsApp_Image_2026-03-09_at_11_39_01_AM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00600"/>
            <a:ext cx="731520" cy="36576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20116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🚚  SERVICIOS QUE REALIZARÁS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228600" y="859536"/>
            <a:ext cx="1097280" cy="36576"/>
          </a:xfrm>
          <a:prstGeom prst="rect">
            <a:avLst/>
          </a:prstGeom>
          <a:solidFill>
            <a:srgbClr val="28B9C1"/>
          </a:solidFill>
          <a:ln w="12700">
            <a:solidFill>
              <a:srgbClr val="28B9C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8600" y="1143000"/>
            <a:ext cx="2743200" cy="251460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06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6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28600" y="1143000"/>
            <a:ext cx="2743200" cy="91440"/>
          </a:xfrm>
          <a:prstGeom prst="rect">
            <a:avLst/>
          </a:prstGeom>
          <a:solidFill>
            <a:srgbClr val="28B9C1"/>
          </a:solidFill>
          <a:ln w="12700">
            <a:solidFill>
              <a:srgbClr val="28B9C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8600" y="1261872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📦</a:t>
            </a:r>
            <a:endParaRPr lang="en-US" sz="4200" dirty="0"/>
          </a:p>
        </p:txBody>
      </p:sp>
      <p:sp>
        <p:nvSpPr>
          <p:cNvPr id="11" name="Text 8"/>
          <p:cNvSpPr/>
          <p:nvPr/>
        </p:nvSpPr>
        <p:spPr>
          <a:xfrm>
            <a:off x="320040" y="19659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Recoger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entregar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20040" y="2578608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Restaurantes y locales comerciales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127248" y="1143000"/>
            <a:ext cx="2743200" cy="251460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06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6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127248" y="1143000"/>
            <a:ext cx="2743200" cy="91440"/>
          </a:xfrm>
          <a:prstGeom prst="rect">
            <a:avLst/>
          </a:prstGeom>
          <a:solidFill>
            <a:srgbClr val="28B9C1"/>
          </a:solidFill>
          <a:ln w="12700">
            <a:solidFill>
              <a:srgbClr val="28B9C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127248" y="1261872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🎁</a:t>
            </a:r>
            <a:endParaRPr lang="en-US" sz="4200" dirty="0"/>
          </a:p>
        </p:txBody>
      </p:sp>
      <p:sp>
        <p:nvSpPr>
          <p:cNvPr id="16" name="Text 13"/>
          <p:cNvSpPr/>
          <p:nvPr/>
        </p:nvSpPr>
        <p:spPr>
          <a:xfrm>
            <a:off x="3218688" y="19659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Anchetas,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regalos y tortas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218688" y="2578608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 foto al entregar · envíala al cliente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035040" y="1143000"/>
            <a:ext cx="2743200" cy="251460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06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6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035040" y="1143000"/>
            <a:ext cx="2743200" cy="91440"/>
          </a:xfrm>
          <a:prstGeom prst="rect">
            <a:avLst/>
          </a:prstGeom>
          <a:solidFill>
            <a:srgbClr val="28B9C1"/>
          </a:solidFill>
          <a:ln w="12700">
            <a:solidFill>
              <a:srgbClr val="28B9C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35040" y="1261872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🛒</a:t>
            </a:r>
            <a:endParaRPr lang="en-US" sz="4200" dirty="0"/>
          </a:p>
        </p:txBody>
      </p:sp>
      <p:sp>
        <p:nvSpPr>
          <p:cNvPr id="21" name="Text 18"/>
          <p:cNvSpPr/>
          <p:nvPr/>
        </p:nvSpPr>
        <p:spPr>
          <a:xfrm>
            <a:off x="6126480" y="19659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126480" y="2578608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al llegar · llama al cliente · confirma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228600" y="38404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B9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Veredas: llama al cliente antes de salir de Copacabana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8B9C1"/>
          </a:solidFill>
          <a:ln w="12700">
            <a:solidFill>
              <a:srgbClr val="28B9C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4892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Mensajería Domicilios WIL</a:t>
            </a:r>
            <a:endParaRPr lang="en-US" sz="900" dirty="0"/>
          </a:p>
        </p:txBody>
      </p:sp>
      <p:pic>
        <p:nvPicPr>
          <p:cNvPr id="5" name="Image 0" descr="/mnt/user-data/uploads/WhatsApp_Image_2026-03-09_at_11_39_01_AM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00600"/>
            <a:ext cx="731520" cy="36576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20116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⚠️  NORMAS IMPORTANTES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228600" y="859536"/>
            <a:ext cx="1097280" cy="36576"/>
          </a:xfrm>
          <a:prstGeom prst="rect">
            <a:avLst/>
          </a:prstGeom>
          <a:solidFill>
            <a:srgbClr val="28B9C1"/>
          </a:solidFill>
          <a:ln w="12700">
            <a:solidFill>
              <a:srgbClr val="28B9C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8600" y="1078992"/>
            <a:ext cx="8686800" cy="429768"/>
          </a:xfrm>
          <a:prstGeom prst="rect">
            <a:avLst/>
          </a:prstGeom>
          <a:solidFill>
            <a:srgbClr val="11224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114300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Daños o retrasos: pago inmediato + multa $10.000 y/o suspensión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28600" y="1572768"/>
            <a:ext cx="8686800" cy="429768"/>
          </a:xfrm>
          <a:prstGeom prst="rect">
            <a:avLst/>
          </a:prstGeom>
          <a:solidFill>
            <a:srgbClr val="1C1C1C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163677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Domicilios personales: SIEMPRE permitidos · solo pide autorización primero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28600" y="2066544"/>
            <a:ext cx="8686800" cy="429768"/>
          </a:xfrm>
          <a:prstGeom prst="rect">
            <a:avLst/>
          </a:prstGeom>
          <a:solidFill>
            <a:srgbClr val="0A1528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213055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Sin autorización  →  DESPIDO INMEDIATO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28600" y="2560320"/>
            <a:ext cx="8686800" cy="429768"/>
          </a:xfrm>
          <a:prstGeom prst="rect">
            <a:avLst/>
          </a:prstGeom>
          <a:solidFill>
            <a:srgbClr val="1C1C1C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" y="262432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Descansos: solicitar 1 semana antes (lunes) · máx. 2 veces al mes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28600" y="3054096"/>
            <a:ext cx="8686800" cy="429768"/>
          </a:xfrm>
          <a:prstGeom prst="rect">
            <a:avLst/>
          </a:prstGeom>
          <a:solidFill>
            <a:srgbClr val="112240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3118104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Permisos +4 días  →  solicitar con 15 días de anticipación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28600" y="3547872"/>
            <a:ext cx="8686800" cy="429768"/>
          </a:xfrm>
          <a:prstGeom prst="rect">
            <a:avLst/>
          </a:prstGeom>
          <a:solidFill>
            <a:srgbClr val="1C1C1C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5760" y="36118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Préstamo disponible para pagos altos · devolver al terminar el servicio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228600" y="4041648"/>
            <a:ext cx="8686800" cy="429768"/>
          </a:xfrm>
          <a:prstGeom prst="rect">
            <a:avLst/>
          </a:prstGeom>
          <a:solidFill>
            <a:srgbClr val="0A1528"/>
          </a:solidFill>
          <a:ln w="12700">
            <a:solidFill>
              <a:srgbClr val="1A306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5760" y="410565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Tarifas fijadas por el área administrativa · NO pueden alterarse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91840"/>
          </a:xfrm>
          <a:prstGeom prst="rect">
            <a:avLst/>
          </a:prstGeom>
          <a:solidFill>
            <a:srgbClr val="28B9C1"/>
          </a:solidFill>
          <a:ln w="12700">
            <a:solidFill>
              <a:srgbClr val="28B9C1"/>
            </a:solidFill>
            <a:prstDash val="solid"/>
          </a:ln>
        </p:spPr>
      </p:sp>
      <p:pic>
        <p:nvPicPr>
          <p:cNvPr id="3" name="Image 0" descr="/mnt/user-data/uploads/WhatsApp_Image_2026-03-09_at_11_39_01_AM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13716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7373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spc="200" kern="0" dirty="0">
                <a:solidFill>
                  <a:srgbClr val="0D1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¿LISTO PARA UNIRTE?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457200" y="34290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8B9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Toca el botón en el bot y postúlate ahora  👇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0A1528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Domicilios WIL valoramos la puntualidad, la buena actitud</a:t>
            </a:r>
            <a:endParaRPr lang="en-US" sz="1200" dirty="0"/>
          </a:p>
          <a:p>
            <a:pPr algn="ctr" indent="0" marL="0">
              <a:lnSpc>
                <a:spcPct val="0A1528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el trato cordial con cada cliente y compañero.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4892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Mensajería Domicilios WIL</a:t>
            </a:r>
            <a:endParaRPr lang="en-US" sz="900" dirty="0"/>
          </a:p>
        </p:txBody>
      </p:sp>
      <p:pic>
        <p:nvPicPr>
          <p:cNvPr id="9" name="Image 1" descr="/mnt/user-data/uploads/WhatsApp_Image_2026-03-09_at_11_39_01_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800600"/>
            <a:ext cx="731520" cy="365760"/>
          </a:xfrm>
          <a:prstGeom prst="ellipse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Domicilios WIL — Únete al equipo</dc:title>
  <dc:subject>PptxGenJS Presentation</dc:subject>
  <dc:creator>PptxGenJS</dc:creator>
  <cp:lastModifiedBy>PptxGenJS</cp:lastModifiedBy>
  <cp:revision>1</cp:revision>
  <dcterms:created xsi:type="dcterms:W3CDTF">2026-03-13T16:28:34Z</dcterms:created>
  <dcterms:modified xsi:type="dcterms:W3CDTF">2026-03-13T16:28:34Z</dcterms:modified>
</cp:coreProperties>
</file>